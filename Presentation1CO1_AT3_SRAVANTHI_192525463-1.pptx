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673D-2367-47A7-8723-CEBE9DB62AC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E4201-B5F8-46F1-84AA-711AC144900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953729"/>
            <a:ext cx="9497961" cy="1824396"/>
          </a:xfrm>
        </p:spPr>
        <p:txBody>
          <a:bodyPr>
            <a:normAutofit/>
          </a:bodyPr>
          <a:lstStyle/>
          <a:p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Layer 2 Optimization</a:t>
            </a:r>
            <a:endParaRPr lang="en-IN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0979" y="2890683"/>
            <a:ext cx="9144000" cy="2844953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CSA0712-Computer Networks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CO1_AT3_Technical Presentation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C.Sravanthi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192525463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69806"/>
            <a:ext cx="10515600" cy="4407157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security protects the network from unauthorized access and attacks.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switchport configuration improves network reliability.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optimization increases performance and availability.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LACP provides redundancy and load balancing.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startup delay for servers.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BPDU Guard prevents switching loops.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Disabling unused ports improves network security.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7883" y="3303638"/>
            <a:ext cx="4896465" cy="2873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735" y="245806"/>
            <a:ext cx="10515600" cy="107125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 Switchport Configuration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17061"/>
            <a:ext cx="10704871" cy="4562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Defensive Configuration Steps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switchports as Access Ports.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 Dynamic Trunking Protocol (DTP).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Port Security.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Sticky MAC Address learning.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the number of MAC addresses.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 unused services.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452053" y="1317061"/>
            <a:ext cx="22319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CLI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2644" y="2054883"/>
            <a:ext cx="5663379" cy="2748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Optimization with LACP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Aggregation (LACP)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links into one logical link.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redundancy.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bandwidth.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load balancing.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single-link failure.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3106" y="3087329"/>
            <a:ext cx="7531409" cy="3569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</a:t>
            </a: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Use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STP waiting time.                                         Cisco CLI: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 transitions to Forwarding State.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server startup delay.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DHCP and database connectivity.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only for end devices.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3532" y="3094703"/>
            <a:ext cx="3956584" cy="2008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Port Fast is Safe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BPDU Guard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for servers and PCs.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accidental network loops.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BPDU Guard disables the port if a BPDU is received.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Layer 2 topology.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CLI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52" y="4881203"/>
            <a:ext cx="4304071" cy="10181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884" y="1533834"/>
            <a:ext cx="4896463" cy="4201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of Unused Ports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Vulnerabilities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flooding attacks.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VLAN hopping.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Rogue devices.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spread.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theft.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attacks.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0240" y="2140585"/>
            <a:ext cx="7303135" cy="427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Securing Unused Ports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Practices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Shut down unused ports.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unused ports to Dead VLAN (VLAN 999).            Cisco CLI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 DTP.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Port Security.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 PoE (if unnecessary).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audit switch ports.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677" y="3527322"/>
            <a:ext cx="3976903" cy="21187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2030"/>
            <a:ext cx="9682316" cy="4351338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switchports protect network devices.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LACP improves availability and performance.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PortFast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speeds up server connectivity.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BPDU Guard prevents switching loops.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 VLANs secure unused ports.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2 security reduces attacks and downtime.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best practices ensures a secure and reliable network.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4755" y="2193925"/>
            <a:ext cx="6418006" cy="1325563"/>
          </a:xfrm>
        </p:spPr>
        <p:txBody>
          <a:bodyPr>
            <a:norm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2515</Words>
  <Application>WPS Presentation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Security and Layer 2 Optimization</vt:lpstr>
      <vt:lpstr>Introduction</vt:lpstr>
      <vt:lpstr>Defensive Switchport Configuration</vt:lpstr>
      <vt:lpstr>Layer 2 Optimization with LACP</vt:lpstr>
      <vt:lpstr>Spanning Tree PortFast</vt:lpstr>
      <vt:lpstr>Why Port Fast is Safe</vt:lpstr>
      <vt:lpstr>Risks of Unused Ports</vt:lpstr>
      <vt:lpstr>Securing Unused Ports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Venkatadri</dc:creator>
  <cp:lastModifiedBy>Sravanthi Venkatadri</cp:lastModifiedBy>
  <cp:revision>3</cp:revision>
  <dcterms:created xsi:type="dcterms:W3CDTF">2026-07-23T05:48:00Z</dcterms:created>
  <dcterms:modified xsi:type="dcterms:W3CDTF">2026-07-23T06:17:29Z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09ABBF12489940BCB68A796F81FED5A6_12</vt:lpwstr>
  </property>
  <property fmtid="{D5CDD505-2E9C-101B-9397-08002B2CF9AE}" pid="3" name="KSOProductBuildVer">
    <vt:lpwstr>1033-12.1.0.27458</vt:lpwstr>
  </property>
</Properties>
</file>